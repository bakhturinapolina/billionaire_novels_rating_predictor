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CORE</c:v>
                </c:pt>
                <c:pt idx="1">
                  <c:v>EXPLORATORY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</c:v>
                </c:pt>
                <c:pt idx="1">
                  <c:v>11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Internal pilot outputs (N=92): combined_report_assets/*.png, taxonomy_report_assets/*.png, inference CSV tables.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Internal pipeline design and outputs; paths/results structure described in Stage10 notebooks and markdown summaries.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Sanity checks on book_topic_probs.parquet and tertile_topic_probs.parquet; normalization contracts stored in bundle outputs.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topic_leaderboard_* CSV outputs from 01_topic_analysis_v2 (normalized).
- Plot: combined_report_assets/topic_tier1_effects.png.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Plots: taxonomy_report_assets/figA_*.png, figB_*.png, figC_*.png (generated from subgroup/main-group CSV outputs).
- Tables: main_group_comparisons.csv, subgroup_comparisons.csv, diversity_metrics_by_book.csv.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composite_registry.csv, pipeline_audit.csv, composite_diagnostics.csv, membership tables, book_indices_*.csv, segment_indices_*.csv, arc_contrasts_*.csv.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Plots: combined_report_assets/core_log_rating_count.png and core_rating_mean.png.
- Tables: inference_level_effects_core.csv, top10_core_level_*.csv.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macro_axes_definition.csv; inference_macro_level_effects.csv; inference_macro_level_effects_avg_rating_bayes.csv.
- Plots: combined_report_assets/macro_*.png.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inference_arc_effects_core.csv; arc_contrasts_sum.csv.
- Plot: combined_report_assets/arc_core_rating_mean.png.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cv_repeats_summary.csv; predictive_cv_single_run.csv; plot combined_report_assets/cv_performance.png.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Notes
[Sources]
- Summary is synthesized from the pilot’s EDA + measurement + inference outputs (all internal).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analysis — methods + results (Stage 10, N=92)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normalized topic probabilities → EDA → measurement indices → inference (levels, arcs, macro axes, CV)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81912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1018001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pilot/instrument-calibration study. The goal is not “p &lt; .05”, but a clean, auditable measurement pipeline and stable directional evidence that guides the larger corpus study.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shows: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1–2 plots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small data table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short interpretation note (what it means / what to do next)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4160520"/>
            <a:ext cx="10180015" cy="1920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4315968"/>
            <a:ext cx="972281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headline (pilot):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(log #ratings) shows clearer thematic signal than mean rating.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(rating) relates most to payoff/safety, less to baseline explicitness/negative affect.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suggest “late crisis” can be part of higher-rated books (timing matters).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effects are standardized (beta on z-scored outcome/predictor). Interpret directions + uncertainty; this is a pilot.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0) Pipeline map (stages and deliverables)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kept separate to avoid confusion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636444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81912"/>
            <a:ext cx="22706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probs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(normalized)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7964" y="1143000"/>
            <a:ext cx="2636444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0844" y="1280160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50844" y="1581912"/>
            <a:ext cx="22706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leaderboard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groups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7288" y="1143000"/>
            <a:ext cx="2636444" cy="1143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0168" y="1280160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0168" y="1581912"/>
            <a:ext cx="22706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 → indices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stability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611" y="1143000"/>
            <a:ext cx="2636444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491" y="1280160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89491" y="1581912"/>
            <a:ext cx="22706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+ arcs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axes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sanity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5603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saved (audit + appendix + publication-ready)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907792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063240"/>
            <a:ext cx="1027145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writes CSV tables + plots into named subfolders: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data_prep/: normalized probs + contracts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eda_topics/: topic leaderboards + micro-drivers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eda_taxonomy/: group shares, subgroup effects, diversity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measurement/: composite registry, pipeline audits, indices, arcs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inference/: level effects, arc effects, macro axes, CV summaries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easy to (a) audit, (b) build appendix tables, (c) reuse plots in a paper.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slides: one stage at a time — plot(s) + small table + short interpretation.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Data prep: normalized topic probabilities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early bug was non-normalized book-level probabilities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checks (after normalization)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5715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1371600" cy="292608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1783080"/>
            <a:ext cx="1828800" cy="292608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9080" y="1783080"/>
            <a:ext cx="2148840" cy="292608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75688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probs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075688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per book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69080" y="2075688"/>
            <a:ext cx="2148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 / 1.00 / 1.00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368296"/>
            <a:ext cx="137160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probs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368296"/>
            <a:ext cx="182880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per segment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9080" y="2368296"/>
            <a:ext cx="214884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 / 1.00 / 1.00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660904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2660904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× topics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69080" y="2660904"/>
            <a:ext cx="2148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× 368 (no duplicates)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1143000"/>
            <a:ext cx="5196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1490472"/>
            <a:ext cx="5196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508760"/>
            <a:ext cx="473933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sums vary (e.g., 0.62–0.73), then indices become partly “missing mass” artifacts.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makes indices comparable across books and makes arc contrasts interpretable.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 for the big corpus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096512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160520"/>
            <a:ext cx="102714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save a probability-contract CSV next to topic probabilities.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contract fails: stop the pipeline and fix upstream — do not “patch” downstream indices.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treat ultra-small probabilities as noise only after normalization (thresholds become meaningful).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assumes normalized probabilities (sum≈1).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Topic-level EDA: single topics distinguishing tiers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effect sizes (Cliff’s δ) to find patterns, not “final claims”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vs Trash topic effects (Tier 1 high-confidence)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7452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mnt/data/combined_report_assets/topic_tier1_eff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36192"/>
            <a:ext cx="699516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1143000"/>
            <a:ext cx="3504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examples (from leaderboard)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38160" y="1490472"/>
            <a:ext cx="35048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508760"/>
            <a:ext cx="2743200" cy="292608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(short)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109960" y="1508760"/>
            <a:ext cx="640080" cy="292608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66760" y="1801368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Couple's Affectionate Stares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09960" y="1801368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366760" y="2093976"/>
            <a:ext cx="274320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Frightened Admissions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109960" y="2093976"/>
            <a:ext cx="64008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366760" y="2386584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Relationship Delusion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109960" y="2386584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66760" y="2679192"/>
            <a:ext cx="274320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Bluffing About Feelings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09960" y="2679192"/>
            <a:ext cx="640080" cy="29260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366760" y="2971800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Feminist Identity Affirmation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109960" y="2971800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138160" y="3703320"/>
            <a:ext cx="3504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interpretation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38160" y="4050792"/>
            <a:ext cx="35048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4069080"/>
            <a:ext cx="3093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signals are “micro evidence.”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them to: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sanity-check the taxonomy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 candidate mechanisms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hypotheses for composites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aggregate into taxonomy groups and composites to reduce noise.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results are exploratory; stability improves after aggregation + CORE gating.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Taxonomy EDA: group allocation + subgroup drivers + diversity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shares are probability-mass allocations (sum to 1 per book)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group shares by tier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mnt/data/taxonomy_report_assets/figA_main_group_shares_by_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532120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1143000"/>
            <a:ext cx="5013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differentiating subgroups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29400" y="1490472"/>
            <a:ext cx="50136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/mnt/data/taxonomy_report_assets/figB_top_subgroup_effe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08760"/>
            <a:ext cx="4647895" cy="2514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4343400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by tier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690872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2" descr="/mnt/data/taxonomy_report_assets/figC_diversity_by_ti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63440"/>
            <a:ext cx="5532120" cy="1783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4343400"/>
            <a:ext cx="5013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interpretation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629400" y="4690872"/>
            <a:ext cx="50136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858000" y="4709160"/>
            <a:ext cx="460217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big-bucket level, differences are modest (expected).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Subgroups sharpen the story: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Top: more “values/reflection” + work/social embedding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Trash: more distress/threat texture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increases slightly from bad → good (entropy/effective topics).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stage is descriptive; inference happens after measurement gating.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Measurement: composites → indices (auditable + gated)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composites are used for main inference; exploratory composites stay separate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exported (measurement bundle)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5852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020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composite we export: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membership (topics included)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audit (counts at each filter stage)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diagnostics (coverage, PCA, stability)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build: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 indices (raw + z)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 indices (begin/middle/end)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 contrasts (end−begin, middle−begin)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no outcome-driven selection.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143000"/>
            <a:ext cx="51050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vs EXPLORATORY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490472"/>
            <a:ext cx="51050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6812280" y="1508760"/>
          <a:ext cx="4602175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537960" y="3703320"/>
            <a:ext cx="51050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 (why gating matters)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37960" y="4050792"/>
            <a:ext cx="51050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4069080"/>
            <a:ext cx="464789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Sparse/unstable composites inflate variance and make everything look “non-significant.”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gating makes inference cleaner: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fewer, more reliable predictors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clearer interpretation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reproducibility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outputs are appendix-ready (auditable CSVs).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Inference: CORE indices (level effects)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outcomes: reach vs perceived quality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989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channel: log(n_ratings)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mnt/data/combined_report_assets/core_log_rating_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53212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1143000"/>
            <a:ext cx="5013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channel: rating_mean (control reach)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29400" y="1490472"/>
            <a:ext cx="50136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/mnt/data/combined_report_assets/core_rating_m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08760"/>
            <a:ext cx="4647895" cy="4800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shows clearer thematic signal than mean rating in this pilot (N=92).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Macro axes: cleaner high-level interpretation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separate chemistry from explicitness; payoff/safety stays distinct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(log n ratings)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3840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mnt/data/combined_report_assets/macro_log_rating_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474720" cy="2240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1772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(rating_mean, control reach)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17720" y="1490472"/>
            <a:ext cx="3840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/mnt/data/combined_report_assets/macro_rating_m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08760"/>
            <a:ext cx="3474720" cy="2240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0" y="1143000"/>
            <a:ext cx="29562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(avg_rating_bayes, control reach)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686800" y="1490472"/>
            <a:ext cx="29562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2" descr="/mnt/data/combined_report_assets/macro_avg_rating_bayes_control_log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508760"/>
            <a:ext cx="2590495" cy="22402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41605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“two channels” summary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507992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60120" y="4526280"/>
            <a:ext cx="1027145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channel (visibility): strongest positives tend to be Status/Dominance + Payoff/Safety.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channel (ratings): strongest positive tends to be Payoff/Safety; Explicitness/Negative Affect often lean negative once reach is controlled.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 axes help: fewer predictors → less variance → clearer story at small N.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axes are designed for communication and robustness, not micro-detail.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Arc effects: timing matters (end−begin, middle−begin)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conditional END variants; treat arcs as planned measures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 effects (rating_mean)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7452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mnt/data/combined_report_assets/arc_core_rating_m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699516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1143000"/>
            <a:ext cx="3504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interpretation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38160" y="1490472"/>
            <a:ext cx="35048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508760"/>
            <a:ext cx="3093415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negative-affect “end minus begin” deltas correlate positively with ratings in this pilot.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reading: not “more misery is better,” but “a structured late crisis can be part of a satisfying arc.”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for big corpus: trajectory features with finer bins (slope, peak position), Topics-over-Time style.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signals are about *shape*, not just average level.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Predictive sanity check (CV)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reality check: what adds out-of-sample signal?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performance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7452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mnt/data/combined_report_assets/cv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699516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1143000"/>
            <a:ext cx="3504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interpretation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38160" y="1490472"/>
            <a:ext cx="35048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508760"/>
            <a:ext cx="3093415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N=92, rating_mean is dominated by metadata/market factors.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add modest signal for reach (log n ratings).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expected pilot outcome: measurement works, but subtle quality effects need larger N and/or shrinkage models.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5074920"/>
            <a:ext cx="3093415" cy="1417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49640" y="5212080"/>
            <a:ext cx="27276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Big-corpus plan: keep CORE gating + macro axes, add trajectory features, use shrinkage (ridge/Bayes), and report effect sizes + sign stability.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outputs are saved as CSV + plots for auditing and paper appendices.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What this pilot gives us (and what to do next)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refinements for the larger corpus run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00200"/>
            <a:ext cx="10088575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(locked-in):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normalized probability contracts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auditable measurement bundle (membership + audits + CORE gating)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two-channel framing: Reach (log n ratings) vs Quality (avg_rating_bayes / rating_mean)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macro axes for robust interpretation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for big corpus: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finer narrative bins → trajectory features (slope, peak, curvature)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shrinkage models (ridge/Bayesian partial pooling) for many predictors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 sign stability as primary “trend” metric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appendix CSV tables (auditable)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publication-ready plots (consistent style)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bottom line: the instrument is working; larger N is the lever that will separate subtle quality effects from market reach.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Stage10 pilot</dc:creator>
  <cp:lastModifiedBy>Stage10 pilot</cp:lastModifiedBy>
  <cp:revision>1</cp:revision>
  <dcterms:created xsi:type="dcterms:W3CDTF">2026-01-13T05:42:51Z</dcterms:created>
  <dcterms:modified xsi:type="dcterms:W3CDTF">2026-01-13T05:42:51Z</dcterms:modified>
</cp:coreProperties>
</file>